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00000"/>
                </a:solidFill>
                <a:latin typeface="Times New Roman"/>
              </a:rPr>
              <a:t>Autobiography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Name: Kelvin Maina Ndegwa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Reg No: C025-01-2566/2022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Course: Bachelor of Science in Information Technology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Institution: Dedan Kimathi University of Technology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Date: ____________________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AUTOBIOGRAPHY OF KELVIN MAINA NDEGWA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EARLY LIFE AND FAMILY BACKGROUND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Early Education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SECONDARY EDUCATION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UNIVERSITY EDUCATION AND ACADEMIC GROWTH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PROFESSIONAL CERTIFICATIONS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SIGNIFICANCE OF PROFESSIONAL CERTIFICATIONS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TECHNICAL SKILLS AND CAREER PATH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SYSTEM ARCHITECTURE AND SCALABLE DESIGN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CAREER DIRECTION AND PROFESSIONAL VISION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AUTOBIOGRAPHY OF KELVIN MAINA NDEGWA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name is Kelvin Maina Ndegwa.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 was born on 29th October 2000 in Mathira East Constituency, Karatina Ward, Magutu Location, Nyeri County, Kenya.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This autobiography presents a comprehensive reflection of my personal, academic, and professional journey.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It captures the experiences, challenges, achievements, and aspirations that have shaped me into the individual I am today.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More importantly, it demonstrates how my life experiences have influenced my academic choices, career direction, and personal values.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 purpose of writing this autobiography is not merely to narrate events, but to critically examine the growth process that has defined my...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EARLY LIFE AND FAMILY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 was raised in Nyeri County, an environment characterized by strong cultural values, community cohesion, and emphasis on discipline and...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upbringing played a critical role in shaping my worldview and work ethic.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From an early age, I learned that success requires consistency, humility, and perseverance.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Growing up in a community that valued education instilled in me a deep respect for learning.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parents and guardians emphasized the importance of academic excellence as a foundation for a better future.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This environment encouraged me to take my studies seriously and develop a strong sense of responsibility toward my goals.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Early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formal education began at Victory Kindergarten, where I was first introduced to structured learning and the foundational principles of academic...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At this early stage, education was not merely about reading and writing; it was about developing curiosity, social interaction, and the ability to...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Kindergarten played a crucial role in shaping my early cognitive development, communication skills, and confidence in interacting with teachers...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After completing kindergarten, I proceeded to Emmanuel Academy and later transferred to Gachugu Academy for my primary education.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These institutions played a fundamental role in nurturing my intellectual growth and shaping my academic identity.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Primary school is often considered the most critical stage in educational development, as it lays the groundwork for all future academic achievements.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SECONDARY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After successfully completing my primary education, I joined Kanjuri High School for my secondary education.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This transition marked a significant turning point in my academic and personal development.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Secondary school introduced a new level of independence, responsibility, and intellectual challenge.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Unlike primary school, where learning was closely supervised and structured, high school required greater self-discipline, personal initiative,...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High school life exposed me to a broader curriculum and more demanding academic standards.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Subjects became more specialized and analytical, requiring deeper understanding rather than simple memorization.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UNIVERSITY EDUCATION AND ACADEMIC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After completing my Kenya Certificate of Secondary Education (KCSE), I made a deliberate and strategic decision to pursue a career in Information...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Rather than rushing directly into a degree program, I chose to begin with foundational computer training to build practical competence and confidence.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This decision reflected my belief that strong foundations are essential for long-term academic and professional success.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 enrolled at Aberdare Institute of Technology, where I undertook a three-month course in the International Computer Driving License (ICDL).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 ICDL program introduced me to structured computer literacy, covering key areas such as computer fundamentals, word processing, spreadsheets,...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Although the duration of the course was relatively short, it played a critical role in shaping my confidence and competence in working with...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PROFESSIONAL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Beyond formal academic training, I have intentionally pursued professional certifications to deepen my technical competence and align myself with...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 strongly believe that university education provides theoretical grounding, but professional certifications validate practical competence and...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International Computer Driving License (ICDL) The International Computer Driving License (ICDL) was my foundational certification in computing.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Achieving this certification required disciplined training in computer fundamentals, word processing, spreadsheets, presentations, internet...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 process demanded consistent practice and examination-based assessment for each module.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Successfully completing ICDL was not merely about obtaining a certificate; it was about building confidence in operating digital systems efficiently.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SIGNIFICANCE OF PROFESSIONAL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Collectively, these certifications represent more than academic additions to my resume.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They demonstrate: Commitment to lifelong learning Technical versatility Practical competence Ethical awareness Readiness for global technology...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Balancing these certifications alongside academic studies and personal responsibilities reflects my determination and work ethic.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These achievements position me not only as a graduate but as a continuously evolving technology professional prepared to contribute meaningfully...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TECHNICAL SKILLS AND CAREER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technical journey has been shaped by curiosity, structured learning, and deliberate practice.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Over the years, I have developed a strong specialization in Android application development using Kotlin, while simultaneously building competence...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technical skill set is not limited to academic exercises; it is the result of hands-on project development, experimentation, debugging, and...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Android Application Development (Kotlin) I specialize in Android development using Kotlin, a modern programming language officially supported for...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journey into Android development began with a desire to build real-world solutions that could directly impact users through mobile technology.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Through consistent practice and project development, I have gained experience in: Activity and Fragment lifecycle management RecyclerView and UI...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SYSTEM ARCHITECTURE AND SCALABLE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Beyond coding, I have developed interest and competence in system architecture.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focus is not merely writing code but designing systems that are: Scalable Secure Maintainable User-centered Building projects such as Vibewave...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This experience significantly enhanced my technical maturity and ability to manage complex systems.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CAREER DIRECTION AND PROFESSIONAL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career path is centered around becoming a highly skilled software developer and technology entrepreneur.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 am particularly interested in: Mobile-first solutions Cloud-based systems Real-time applications Digital platforms that create economic and...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Technology changes rapidly, and I am committed to adapting, learning, and improving consistently.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long-term goal is to design scalable digital systems that solve real-world problems, empower users, and contribute to technological innovation...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CREATIVE JOURNEY AS A PROFESSIONAL DJ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In addition to my academic and technical journey in Information Technology, I have cultivated a parallel professional identity as a creative...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 am a professional DJ known as Mahatma the DJ, a brand that represents creativity, discipline, and intentional self-expression.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Music has been more than a hobby in my life; it has been a platform for growth, leadership, and entrepreneurship.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My journey into DJing began from a deep appreciation for music as a universal language that connects people across different backgrounds.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Over time, this interest evolved into a structured and professional pursuit.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Learning how to mix music, control tempo, read audience energy, and maintain flow during live performances required patience, practice, and...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DIGITAL PRESENCE AND PROFESSIONAL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In the modern digital economy, professional identity extends beyond physical interaction and academic transcripts.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Recognizing this reality early in my academic journey, I intentionally cultivated a structured and strategic digital presence across multiple...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These platforms serve not merely as social spaces but as professional tools for networking, branding, and showcasing my work.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Through LinkedIn, I connect with fellow technology professionals, industry leaders, recruiters, and peers in the Information Technology field.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LinkedIn allows me to present my certifications, projects, academic achievements, and technical skills in a structured professional format.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It has enabled me to stay informed about industry trends, employment opportunities, and technological innovations.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CURRENT PROJECT: VIBEWAVE (INNOVATION CHAPTER)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One of the most significant milestones in my academic and professional journey is the development of Vibewave, an innovative digital platform...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Vibewave is more than a technical project; it is a solution inspired by real-world experience and industry observation.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As a professional DJ, I observed recurring challenges in live events: unmanaged song requests, lack of structured audience engagement, difficulty...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These challenges motivated me to conceptualize a platform that integrates mobile technology, cloud infrastructure, and real-time interaction to...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Vibewave integrates mobile applications, real-time music request systems, digital payment mechanisms, and event engagement tools into a unified...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 platform allows users to submit song requests digitally, vote for preferred tracks, and interact with DJs in a structured and transparent manner.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CHALLENGES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Throughout my academic and professional journey, I have encountered various challenges—academic, financial, and personal.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These challenges were not obstacles that halted my progress; rather, they were formative experiences that strengthened my resilience and adaptability.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Academically, transitioning from diploma to bachelor’s level required significant intellectual adjustment.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The workload intensified, expectations increased, and independent research became more demanding.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Managing complex projects such as Vibewave while balancing coursework required strict time management and discipline.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Financial challenges occasionally demanded strategic prioritization and responsible resource management.</a:t>
            </a:r>
          </a:p>
        </p:txBody>
      </p:sp>
      <p:pic>
        <p:nvPicPr>
          <p:cNvPr id="4" name="Picture 3" descr="DeK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787878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