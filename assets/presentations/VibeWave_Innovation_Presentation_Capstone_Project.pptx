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3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00000"/>
                </a:solidFill>
                <a:latin typeface="Times New Roman"/>
              </a:rPr>
              <a:t>VibeWave Innovation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Name: Kelvin Maina Ndegwa</a:t>
            </a:r>
          </a:p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Reg No: C025-01-2566/2022</a:t>
            </a:r>
          </a:p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Course: Bachelor of Science in Information Technology</a:t>
            </a:r>
          </a:p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Institution: Dedan Kimathi University of Technology</a:t>
            </a:r>
          </a:p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Date: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Background &amp; problem statement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Goals and objectives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Proposed solution (VibeWave)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Key features and workflow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Technology stack &amp; architecture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Implementation plan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Benefits, impact &amp; sustainability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Risks, ethics &amp; data privacy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Background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Live entertainment increasingly demands interactive engagement, yet DJ–audience communication remains informal and chaotic.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Music requests are unmanaged (shouted, handwritten, relayed), leading to delays and conflict.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Payments/tips are fragmented with limited transparency and weak linkage to requests.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Organizers lack engagement data (popular requests, peak moments, audience sentiment).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These gaps reduce user experience, efficiency, and revenue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Goal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Goal: Build a scalable digital platform that structures DJ–fan engagement during live events.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Enable real-time song requests through a mobile/web interface.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Support secure digital payments linked to requests and tips.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Provide voting/priority mechanisms to fairly manage requests.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Offer analytics and insights for DJs, organizers and venues.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Improve user experience through transparency and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Proposed Solution: VibeWave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VibeWave is a DJ–fan engagement platform integrating event interaction, payments, and engagement insights.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It converts unstructured requests into a managed queue with configurable voting/priority rules.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Fans interact via a simple interface; DJs manage requests via a DJ dashboard.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Payments can be attached to requests (tips/priority) while maintaining fairness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Key Features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Fan: join event, request songs, vote, track status, tip, rate the DJ.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DJ: manage queue, moderate content, track payments, view analytics, configure event rules.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Organizer: monitor engagement, improve planning using insights, ensure structured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System Workflow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1) Organizer creates an event and sets rules (limits, voting, moderation).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2) Fans join via QR/event code and submit requests.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3) Requests are validated, deduplicated, and added to a queue.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4) Fans vote; the system updates ranking/priority based on rules.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5) DJ reviews the queue and plays songs; statuses update to users.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6) Post-event feedback is collected; analytics are generated.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Frontend / Client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Android: </a:t>
            </a:r>
            <a:r>
              <a:rPr sz="2200" b="0" dirty="0" err="1" smtClean="0">
                <a:solidFill>
                  <a:srgbClr val="000000"/>
                </a:solidFill>
                <a:latin typeface="Times New Roman"/>
              </a:rPr>
              <a:t>Kotlin</a:t>
            </a:r>
            <a:endParaRPr sz="2200" b="0" dirty="0">
              <a:solidFill>
                <a:srgbClr val="000000"/>
              </a:solidFill>
              <a:latin typeface="Times New Roman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 err="1">
                <a:solidFill>
                  <a:srgbClr val="000000"/>
                </a:solidFill>
                <a:latin typeface="Times New Roman"/>
              </a:rPr>
              <a:t>UX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: Responsive, accessible design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Backend / Cloud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Firebase Authentication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 err="1">
                <a:solidFill>
                  <a:srgbClr val="000000"/>
                </a:solidFill>
                <a:latin typeface="Times New Roman"/>
              </a:rPr>
              <a:t>Firestore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/ 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Realtime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Database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Cloud Functions (</a:t>
            </a:r>
            <a:r>
              <a:rPr sz="2200" b="0" dirty="0" err="1">
                <a:solidFill>
                  <a:srgbClr val="000000"/>
                </a:solidFill>
                <a:latin typeface="Times New Roman"/>
              </a:rPr>
              <a:t>serverless</a:t>
            </a:r>
            <a:r>
              <a:rPr sz="2200" b="0" dirty="0">
                <a:solidFill>
                  <a:srgbClr val="000000"/>
                </a:solidFill>
                <a:latin typeface="Times New Roman"/>
              </a:rPr>
              <a:t> logic)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000000"/>
                </a:solidFill>
                <a:latin typeface="Times New Roman"/>
              </a:rPr>
              <a:t>Payments: Mobile money gateway integration (planned)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Architecture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Client Layer: Fan app + DJ dashboard (web/mobile).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Service Layer: authentication, validation, voting/ranking, notifications.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Data Layer: events, requests, votes, payments, feedback.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Analytics Layer: aggregations, dashboards, exports.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Security: role-based access, moderation policies, audit logging.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Phase 1: Requirements gathering and UI/UX design.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Phase 2: MVP build (auth, event join, request submission, DJ queue).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Phase 3: Voting, moderation, and real-time updates.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Phase 4: Payments integration and transaction records.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Phase 5: Analytics, testing, deployment,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Enhances live event experience through transparency and structured engagement.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Creates revenue opportunities (tips, premium features, partnerships).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Enables data-driven planning through engagement analytics.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Accelerates digital transformation in entertainment.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Promotes youth entrepreneurship and innovation.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Risks, Ethics &amp; Data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Data privacy: minimize personal data; enforce strong access controls.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Fairness: prevent pay-to-win abuse through rules and moderation.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Safety: filter harmful content and reduce spam/harassment.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Compliance: align with relevant data protection requirements.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Reliability: design for poor network conditions and safe fallback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VibeWave modernizes DJ–fan interaction by combining structured requests, engagement tools and payments.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It demonstrates practical application of IT to solve real-world challenges in entertainment.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Next steps: finalize MVP, pilot at live events, iterate using feedback, and scale.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713</Words>
  <Application>Microsoft Office PowerPoint</Application>
  <PresentationFormat>On-screen Show (4:3)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VibeWave Innovation</vt:lpstr>
      <vt:lpstr>Presentation Overview</vt:lpstr>
      <vt:lpstr>Background &amp; Problem Statement</vt:lpstr>
      <vt:lpstr>Goal &amp; Objectives</vt:lpstr>
      <vt:lpstr>Proposed Solution: VibeWave</vt:lpstr>
      <vt:lpstr>Key Features (Summary)</vt:lpstr>
      <vt:lpstr>System Workflow (High Level)</vt:lpstr>
      <vt:lpstr>Technology Stack</vt:lpstr>
      <vt:lpstr>Architecture (Conceptual)</vt:lpstr>
      <vt:lpstr>Implementation Plan</vt:lpstr>
      <vt:lpstr>Benefits &amp; Impact</vt:lpstr>
      <vt:lpstr>Risks, Ethics &amp; Data Privacy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VibeWave Innovation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2026-02-21T13:57:40Z</dcterms:modified>
  <cp:category/>
</cp:coreProperties>
</file>